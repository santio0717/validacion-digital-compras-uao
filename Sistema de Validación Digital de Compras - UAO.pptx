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7772400" cy="100584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473">
          <p15:clr>
            <a:srgbClr val="000000"/>
          </p15:clr>
        </p15:guide>
        <p15:guide id="2" pos="2541">
          <p15:clr>
            <a:srgbClr val="000000"/>
          </p15:clr>
        </p15:guide>
      </p15:sldGuideLst>
    </p:ext>
    <p:ext uri="GoogleSlidesCustomDataVersion2">
      <go:slidesCustomData xmlns:go="http://customooxmlschemas.google.com/" r:id="rId15" roundtripDataSignature="AMtx7mgFd9P6K5p6VWNyJxgCrMM3BN9v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473" orient="horz"/>
        <p:guide pos="2541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customschemas.google.com/relationships/presentationmetadata" Target="meta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-2074246" y="754375"/>
            <a:ext cx="1192170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a8ba8d7499_0_0:notes"/>
          <p:cNvSpPr/>
          <p:nvPr>
            <p:ph idx="2" type="sldImg"/>
          </p:nvPr>
        </p:nvSpPr>
        <p:spPr>
          <a:xfrm>
            <a:off x="-2074278" y="754375"/>
            <a:ext cx="1192170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g3a8ba8d7499_0_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a8ba8d7499_0_8:notes"/>
          <p:cNvSpPr/>
          <p:nvPr>
            <p:ph idx="2" type="sldImg"/>
          </p:nvPr>
        </p:nvSpPr>
        <p:spPr>
          <a:xfrm>
            <a:off x="-2074278" y="754375"/>
            <a:ext cx="1192170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a8ba8d7499_0_8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a8ba8d7499_0_20:notes"/>
          <p:cNvSpPr/>
          <p:nvPr>
            <p:ph idx="2" type="sldImg"/>
          </p:nvPr>
        </p:nvSpPr>
        <p:spPr>
          <a:xfrm>
            <a:off x="-2074278" y="754375"/>
            <a:ext cx="1192170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a8ba8d7499_0_2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a8ba8d7499_0_27:notes"/>
          <p:cNvSpPr/>
          <p:nvPr>
            <p:ph idx="2" type="sldImg"/>
          </p:nvPr>
        </p:nvSpPr>
        <p:spPr>
          <a:xfrm>
            <a:off x="-2074278" y="754375"/>
            <a:ext cx="1192170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a8ba8d7499_0_27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8ba8d7499_0_39:notes"/>
          <p:cNvSpPr/>
          <p:nvPr>
            <p:ph idx="2" type="sldImg"/>
          </p:nvPr>
        </p:nvSpPr>
        <p:spPr>
          <a:xfrm>
            <a:off x="-2074278" y="754375"/>
            <a:ext cx="1192170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a8ba8d7499_0_39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a8ba8d7499_0_44:notes"/>
          <p:cNvSpPr/>
          <p:nvPr>
            <p:ph idx="2" type="sldImg"/>
          </p:nvPr>
        </p:nvSpPr>
        <p:spPr>
          <a:xfrm>
            <a:off x="-2074278" y="754375"/>
            <a:ext cx="1192170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a8ba8d7499_0_44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a8ba8d7499_0_49:notes"/>
          <p:cNvSpPr/>
          <p:nvPr>
            <p:ph idx="2" type="sldImg"/>
          </p:nvPr>
        </p:nvSpPr>
        <p:spPr>
          <a:xfrm>
            <a:off x="-2074278" y="754375"/>
            <a:ext cx="1192170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a8ba8d7499_0_49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8ba8d7499_0_55:notes"/>
          <p:cNvSpPr/>
          <p:nvPr>
            <p:ph idx="2" type="sldImg"/>
          </p:nvPr>
        </p:nvSpPr>
        <p:spPr>
          <a:xfrm>
            <a:off x="-2074278" y="754375"/>
            <a:ext cx="1192170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a8ba8d7499_0_55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8c17fd921_0_10:notes"/>
          <p:cNvSpPr/>
          <p:nvPr>
            <p:ph idx="2" type="sldImg"/>
          </p:nvPr>
        </p:nvSpPr>
        <p:spPr>
          <a:xfrm>
            <a:off x="-2074246" y="754375"/>
            <a:ext cx="1192170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a8c17fd921_0_1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obj">
  <p:cSld name="OBJEC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/>
          <p:nvPr>
            <p:ph idx="11" type="ftr"/>
          </p:nvPr>
        </p:nvSpPr>
        <p:spPr>
          <a:xfrm>
            <a:off x="343646" y="4982845"/>
            <a:ext cx="3834600" cy="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8"/>
          <p:cNvSpPr txBox="1"/>
          <p:nvPr>
            <p:ph idx="12" type="sldNum"/>
          </p:nvPr>
        </p:nvSpPr>
        <p:spPr>
          <a:xfrm>
            <a:off x="8574251" y="4982845"/>
            <a:ext cx="22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/6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/>
          <p:nvPr>
            <p:ph type="ctrTitle"/>
          </p:nvPr>
        </p:nvSpPr>
        <p:spPr>
          <a:xfrm>
            <a:off x="685800" y="1594485"/>
            <a:ext cx="77724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/>
          <p:nvPr>
            <p:ph idx="11" type="ftr"/>
          </p:nvPr>
        </p:nvSpPr>
        <p:spPr>
          <a:xfrm>
            <a:off x="343646" y="4982845"/>
            <a:ext cx="3834600" cy="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9"/>
          <p:cNvSpPr txBox="1"/>
          <p:nvPr>
            <p:ph idx="12" type="sldNum"/>
          </p:nvPr>
        </p:nvSpPr>
        <p:spPr>
          <a:xfrm>
            <a:off x="8574251" y="4982845"/>
            <a:ext cx="22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/6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/>
          <p:nvPr>
            <p:ph type="title"/>
          </p:nvPr>
        </p:nvSpPr>
        <p:spPr>
          <a:xfrm>
            <a:off x="457200" y="205740"/>
            <a:ext cx="8229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/>
          <p:nvPr>
            <p:ph idx="1" type="body"/>
          </p:nvPr>
        </p:nvSpPr>
        <p:spPr>
          <a:xfrm>
            <a:off x="457200" y="1183005"/>
            <a:ext cx="82296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1" type="ftr"/>
          </p:nvPr>
        </p:nvSpPr>
        <p:spPr>
          <a:xfrm>
            <a:off x="343646" y="4982845"/>
            <a:ext cx="3834600" cy="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0"/>
          <p:cNvSpPr txBox="1"/>
          <p:nvPr>
            <p:ph idx="12" type="sldNum"/>
          </p:nvPr>
        </p:nvSpPr>
        <p:spPr>
          <a:xfrm>
            <a:off x="8574251" y="4982845"/>
            <a:ext cx="22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/6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/>
          <p:nvPr>
            <p:ph type="title"/>
          </p:nvPr>
        </p:nvSpPr>
        <p:spPr>
          <a:xfrm>
            <a:off x="457200" y="205740"/>
            <a:ext cx="8229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1"/>
          <p:cNvSpPr txBox="1"/>
          <p:nvPr>
            <p:ph idx="11" type="ftr"/>
          </p:nvPr>
        </p:nvSpPr>
        <p:spPr>
          <a:xfrm>
            <a:off x="343646" y="4982845"/>
            <a:ext cx="3834600" cy="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1"/>
          <p:cNvSpPr txBox="1"/>
          <p:nvPr>
            <p:ph idx="12" type="sldNum"/>
          </p:nvPr>
        </p:nvSpPr>
        <p:spPr>
          <a:xfrm>
            <a:off x="8574251" y="4982845"/>
            <a:ext cx="22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/6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/>
          <p:nvPr>
            <p:ph type="title"/>
          </p:nvPr>
        </p:nvSpPr>
        <p:spPr>
          <a:xfrm>
            <a:off x="457200" y="205740"/>
            <a:ext cx="8229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/>
          <p:nvPr>
            <p:ph idx="11" type="ftr"/>
          </p:nvPr>
        </p:nvSpPr>
        <p:spPr>
          <a:xfrm>
            <a:off x="343646" y="4982845"/>
            <a:ext cx="3834600" cy="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2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2"/>
          <p:cNvSpPr txBox="1"/>
          <p:nvPr>
            <p:ph idx="12" type="sldNum"/>
          </p:nvPr>
        </p:nvSpPr>
        <p:spPr>
          <a:xfrm>
            <a:off x="8574251" y="4982845"/>
            <a:ext cx="22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/6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/>
          <p:nvPr>
            <p:ph type="title"/>
          </p:nvPr>
        </p:nvSpPr>
        <p:spPr>
          <a:xfrm>
            <a:off x="457200" y="205740"/>
            <a:ext cx="8229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7"/>
          <p:cNvSpPr txBox="1"/>
          <p:nvPr>
            <p:ph idx="1" type="body"/>
          </p:nvPr>
        </p:nvSpPr>
        <p:spPr>
          <a:xfrm>
            <a:off x="457200" y="1183005"/>
            <a:ext cx="82296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7"/>
          <p:cNvSpPr txBox="1"/>
          <p:nvPr>
            <p:ph idx="11" type="ftr"/>
          </p:nvPr>
        </p:nvSpPr>
        <p:spPr>
          <a:xfrm>
            <a:off x="343646" y="4982845"/>
            <a:ext cx="3834600" cy="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" name="Google Shape;9;p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0" name="Google Shape;10;p7"/>
          <p:cNvSpPr txBox="1"/>
          <p:nvPr>
            <p:ph idx="12" type="sldNum"/>
          </p:nvPr>
        </p:nvSpPr>
        <p:spPr>
          <a:xfrm>
            <a:off x="8574251" y="4982845"/>
            <a:ext cx="22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0" i="0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/6</a:t>
            </a:r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hyperlink" Target="http://drive.google.com/file/d/18ZirWkXInuuVHyHi7JVI2V4sLotv26ON/view" TargetMode="External"/><Relationship Id="rId5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g3a8ba8d749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625" y="0"/>
            <a:ext cx="9110375" cy="50974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g3a8ba8d7499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g3a8ba8d7499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1" cy="5085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g3a8ba8d7499_0_20" title="Pruebas del Sistema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30850" y="1519675"/>
            <a:ext cx="4094924" cy="32908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g3a8ba8d7499_0_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0412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g3a8ba8d7499_0_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g3a8ba8d7499_0_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27" y="0"/>
            <a:ext cx="9144001" cy="50319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g3a8ba8d7499_0_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50" y="0"/>
            <a:ext cx="9143999" cy="5069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g3a8ba8d7499_0_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75" y="0"/>
            <a:ext cx="9143999" cy="51137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g3a8c17fd921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" y="0"/>
            <a:ext cx="9144000" cy="5001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2026-05-26T03:16:39Z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2026-05-26T00:00:00Z</vt:filetime>
  </property>
  <property fmtid="{D5CDD505-2E9C-101B-9397-08002B2CF9AE}" pid="3" name="Creator">
    <vt:lpwstr>Mozilla/5.0 (Windows NT 10.0; Win64; x64) AppleWebKit/537.36 (KHTML, like Gecko) Chrome/148.0.0.0 Safari/537.36</vt:lpwstr>
  </property>
  <property fmtid="{D5CDD505-2E9C-101B-9397-08002B2CF9AE}" pid="4" name="LastSaved">
    <vt:filetime>2026-05-26T00:00:00Z</vt:filetime>
  </property>
  <property fmtid="{D5CDD505-2E9C-101B-9397-08002B2CF9AE}" pid="5" name="Producer">
    <vt:lpwstr>Skia/PDF m148</vt:lpwstr>
  </property>
</Properties>
</file>