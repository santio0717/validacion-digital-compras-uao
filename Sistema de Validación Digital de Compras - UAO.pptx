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3">
          <p15:clr>
            <a:srgbClr val="000000"/>
          </p15:clr>
        </p15:guide>
        <p15:guide id="2" pos="2541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Hn5k7T0fyX70PLiVQff/9S4Y3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3" orient="horz"/>
        <p:guide pos="254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2074246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8ba8d7499_0_0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a8ba8d7499_0_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4c34c720b_0_0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e4c34c720b_0_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8ba8d7499_0_20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a8ba8d7499_0_2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ba8d7499_0_27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ba8d7499_0_27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ba8d7499_0_39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ba8d7499_0_39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8ba8d7499_0_44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8ba8d7499_0_44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ba8d7499_0_49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8ba8d7499_0_49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ba8d7499_0_55:notes"/>
          <p:cNvSpPr/>
          <p:nvPr>
            <p:ph idx="2" type="sldImg"/>
          </p:nvPr>
        </p:nvSpPr>
        <p:spPr>
          <a:xfrm>
            <a:off x="-2074278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8ba8d7499_0_55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c17fd921_0_10:notes"/>
          <p:cNvSpPr/>
          <p:nvPr>
            <p:ph idx="2" type="sldImg"/>
          </p:nvPr>
        </p:nvSpPr>
        <p:spPr>
          <a:xfrm>
            <a:off x="-2074246" y="754375"/>
            <a:ext cx="119217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c17fd921_0_1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1" type="ftr"/>
          </p:nvPr>
        </p:nvSpPr>
        <p:spPr>
          <a:xfrm>
            <a:off x="343646" y="4982845"/>
            <a:ext cx="3834600" cy="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574251" y="4982845"/>
            <a:ext cx="22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343646" y="4982845"/>
            <a:ext cx="3834600" cy="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574251" y="4982845"/>
            <a:ext cx="22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343646" y="4982845"/>
            <a:ext cx="3834600" cy="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574251" y="4982845"/>
            <a:ext cx="22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43646" y="4982845"/>
            <a:ext cx="3834600" cy="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574251" y="4982845"/>
            <a:ext cx="22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343646" y="4982845"/>
            <a:ext cx="3834600" cy="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8574251" y="4982845"/>
            <a:ext cx="22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/6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1" type="ftr"/>
          </p:nvPr>
        </p:nvSpPr>
        <p:spPr>
          <a:xfrm>
            <a:off x="343646" y="4982845"/>
            <a:ext cx="3834600" cy="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574251" y="4982845"/>
            <a:ext cx="226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/6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8ZirWkXInuuVHyHi7JVI2V4sLotv26ON/view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4.png"/><Relationship Id="rId6" Type="http://schemas.openxmlformats.org/officeDocument/2006/relationships/hyperlink" Target="http://drive.google.com/file/d/18ZirWkXInuuVHyHi7JVI2V4sLotv26ON/vie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g3a8ba8d749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825"/>
            <a:ext cx="9144000" cy="52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g3e4c34c720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g3a8ba8d7499_0_20" title="Pruebas del Sistem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850" y="81825"/>
            <a:ext cx="4094924" cy="500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g3a8ba8d7499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1" cy="50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a8ba8d7499_0_20" title="Pruebas del Sistema.mp4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850" y="1500775"/>
            <a:ext cx="1667399" cy="29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3a8ba8d7499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041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a8ba8d7499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3a8ba8d7499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" y="0"/>
            <a:ext cx="9144001" cy="503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3a8ba8d7499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" y="0"/>
            <a:ext cx="9143999" cy="5069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3a8ba8d749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5" y="0"/>
            <a:ext cx="9143999" cy="5113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a8c17fd92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9144000" cy="500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2026-05-26T03:16:39Z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2026-05-26T00:00:00Z</vt:filetime>
  </property>
  <property fmtid="{D5CDD505-2E9C-101B-9397-08002B2CF9AE}" pid="3" name="Creator">
    <vt:lpwstr>Mozilla/5.0 (Windows NT 10.0; Win64; x64) AppleWebKit/537.36 (KHTML, like Gecko) Chrome/148.0.0.0 Safari/537.36</vt:lpwstr>
  </property>
  <property fmtid="{D5CDD505-2E9C-101B-9397-08002B2CF9AE}" pid="4" name="LastSaved">
    <vt:filetime>2026-05-26T00:00:00Z</vt:filetime>
  </property>
  <property fmtid="{D5CDD505-2E9C-101B-9397-08002B2CF9AE}" pid="5" name="Producer">
    <vt:lpwstr>Skia/PDF m148</vt:lpwstr>
  </property>
</Properties>
</file>